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0.jpeg" ContentType="image/jpeg"/>
  <Override PartName="/ppt/media/image11.jpeg" ContentType="image/jpeg"/>
  <Override PartName="/ppt/media/image12.jpeg" ContentType="image/jpeg"/>
  <Override PartName="/ppt/media/image13.jpeg" ContentType="image/jpeg"/>
  <Override PartName="/ppt/media/image14.jpeg" ContentType="image/jpeg"/>
  <Override PartName="/ppt/media/image15.jpeg" ContentType="image/jpeg"/>
  <Override PartName="/ppt/media/image16.jpeg" ContentType="image/jpeg"/>
  <Override PartName="/ppt/media/image17.jpeg" ContentType="image/jpeg"/>
  <Override PartName="/ppt/media/image18.jpeg" ContentType="image/jpeg"/>
  <Override PartName="/ppt/media/image19.jpeg" ContentType="image/jpeg"/>
  <Override PartName="/ppt/media/image20.jpeg" ContentType="image/jpeg"/>
  <Override PartName="/ppt/media/image21.jpeg" ContentType="image/jpeg"/>
  <Override PartName="/ppt/media/image22.jpeg" ContentType="image/jpeg"/>
  <Override PartName="/ppt/media/image23.jpeg" ContentType="image/jpeg"/>
  <Override PartName="/ppt/media/image24.jpeg" ContentType="image/jpeg"/>
  <Override PartName="/ppt/media/image25.jpeg" ContentType="image/jpeg"/>
  <Override PartName="/ppt/media/image26.jpeg" ContentType="image/jpeg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12192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Для перемещения страницы щёлкните мышью</a:t>
            </a: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ru-RU" sz="2000" spc="-1" strike="noStrike"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ru-RU" sz="1400" spc="-1" strike="noStrike">
                <a:latin typeface="Times New Roman"/>
              </a:rPr>
              <a:t>&lt;верхний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A0C618B8-5D2B-470A-B1C1-5E360D703E46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7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CD90E31-C9A3-482C-B4F5-CD1A3B62F91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7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50CDEEAB-08C9-43F3-8C71-A330A09ECF5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7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F16C7F7-E815-4983-8531-E17E4233D28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8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DE327794-1570-4814-89CB-821210BD749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8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E730AE9B-FE6A-4535-ABDF-C0E8D239CA5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8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690A93A-9886-4697-A397-25EF181065C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9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5D485BBD-9B63-4AC7-AD25-E71EEA4BF45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B010AD3E-28F1-4DCA-BEC2-EFBB7393F5E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96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73DDFA23-40E8-45E8-975A-40790EF6331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9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F3C692B-2878-4FCB-844D-880309E231A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0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339B7B69-2BE6-4571-83EA-FDCAD1ACD1B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0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449BAC14-C742-480F-A771-807E64B1739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0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9A477772-96BC-4FDC-8A82-82D47190143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1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089B503-FAC3-4A0E-844C-D9FE6AE9F58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1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BEA9A152-62C4-4AF2-9372-A73BABD2581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1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A55CE29-BCFA-44A8-8F27-21B6616ED5A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2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7F664F40-D0E7-483D-A595-90CE0A6F1FD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2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6A8EF4F1-6DEE-4780-B27A-70B40840240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26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BC9CC24A-55C1-4C43-8194-C6A3BB30A6C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2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71E6A453-7261-407A-B4AB-FA5F78FDDBF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3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F722E2DB-CF93-4461-B850-1F186B44E8F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3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A0F77214-A666-41CA-B711-083AD09A43B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3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AAC15D25-E401-41CB-9FE4-7930959415C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4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3E1185C-01A3-46FE-8F19-2E6D427BFE8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4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C8B3D002-266E-4E09-B86B-3F5F8A676C8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4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CF15A03D-75CE-457C-B071-0FDC64392E2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ru-RU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/home/claude/pages/p-01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 0" descr="/home/claude/pages/p-02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 0" descr="/home/claude/pages/p-03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Image 0" descr="/home/claude/pages/p-04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 descr="/home/claude/pages/p-05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 0" descr="/home/claude/pages/p-06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 descr="/home/claude/pages/p-07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 0" descr="/home/claude/pages/p-08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0" descr="/home/claude/pages/p-09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 0" descr="/home/claude/pages/p-10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age 0" descr="/home/claude/pages/p-11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0" descr="/home/claude/pages/p-12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 0" descr="/home/claude/pages/p-13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 0" descr="/home/claude/pages/p-14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Image 0" descr="/home/claude/pages/p-15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0" descr="/home/claude/pages/p-16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0" descr="/home/claude/pages/p-17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Image 0" descr="/home/claude/pages/p-18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Image 0" descr="/home/claude/pages/p-19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 0" descr="/home/claude/pages/p-20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Image 0" descr="/home/claude/pages/p-21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Image 0" descr="/home/claude/pages/p-22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 0" descr="/home/claude/pages/p-23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Image 0" descr="/home/claude/pages/p-24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Image 0" descr="/home/claude/pages/p-25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0" descr="/home/claude/pages/p-26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LibreOffice/7.0.1.2$Windows_X86_64 LibreOffice_project/7cbcfc562f6eb6708b5ff7d7397325de9e764452</Applicat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2026-08-31T16:46:51Z</dcterms:created>
  <dc:creator>АНЦ</dc:creator>
  <dc:description/>
  <dc:language>ru-RU</dc:language>
  <cp:lastModifiedBy>АНЦ</cp:lastModifiedBy>
  <dcterms:modified xsi:type="dcterms:W3CDTF">2026-08-31T16:46:51Z</dcterms:modified>
  <cp:revision>1</cp:revision>
  <dc:subject>PptxGenJS Presentation</dc:subject>
  <dc:title>Брендбук АНЦ 2024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PptxGenJS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26</vt:i4>
  </property>
  <property fmtid="{D5CDD505-2E9C-101B-9397-08002B2CF9AE}" pid="9" name="PresentationFormat">
    <vt:lpwstr>On-screen Show (16:9)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26</vt:i4>
  </property>
</Properties>
</file>